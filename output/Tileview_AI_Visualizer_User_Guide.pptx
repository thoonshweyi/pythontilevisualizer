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6590c9f142428c" /><Relationship Type="http://schemas.openxmlformats.org/officeDocument/2006/relationships/extended-properties" Target="/docProps/app.xml" Id="Reaca975e203b4b10" /><Relationship Type="http://schemas.openxmlformats.org/officeDocument/2006/relationships/officeDocument" Target="/ppt/presentation.xml" Id="R70b49ef44adb42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c50f11090048cd"/>
  </p:sldMasterIdLst>
  <p:notesMasterIdLst>
    <p:notesMasterId xmlns:r="http://schemas.openxmlformats.org/officeDocument/2006/relationships" r:id="Rbd00e4cb9deb49b3"/>
  </p:notesMasterIdLst>
  <p:sldIdLst>
    <p:sldId xmlns:r="http://schemas.openxmlformats.org/officeDocument/2006/relationships" id="256" r:id="Rbdeaf142ad5941b3"/>
    <p:sldId xmlns:r="http://schemas.openxmlformats.org/officeDocument/2006/relationships" id="257" r:id="Rb7de752d9b794dc6"/>
    <p:sldId xmlns:r="http://schemas.openxmlformats.org/officeDocument/2006/relationships" id="258" r:id="R96c57ad390514ce3"/>
    <p:sldId xmlns:r="http://schemas.openxmlformats.org/officeDocument/2006/relationships" id="259" r:id="Ra449c1df81244c68"/>
    <p:sldId xmlns:r="http://schemas.openxmlformats.org/officeDocument/2006/relationships" id="260" r:id="Ra59e19d68aaa4d48"/>
    <p:sldId xmlns:r="http://schemas.openxmlformats.org/officeDocument/2006/relationships" id="261" r:id="Ref81ca9a1e7b41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e95fa6e9b3461d" /><Relationship Type="http://schemas.openxmlformats.org/officeDocument/2006/relationships/slideMaster" Target="/ppt/slideMasters/slideMaster1.xml" Id="R6cc50f11090048cd" /><Relationship Type="http://schemas.openxmlformats.org/officeDocument/2006/relationships/notesMaster" Target="/ppt/notesMasters/notesMaster1.xml" Id="Rbd00e4cb9deb49b3" /><Relationship Type="http://schemas.openxmlformats.org/officeDocument/2006/relationships/presProps" Target="/ppt/presProps.xml" Id="R0cd5cdb70aab4034" /><Relationship Type="http://schemas.openxmlformats.org/officeDocument/2006/relationships/tableStyles" Target="/ppt/tableStyles.xml" Id="R7bee6a584b8b417e" /><Relationship Type="http://schemas.openxmlformats.org/officeDocument/2006/relationships/slide" Target="/ppt/slides/slide1.xml" Id="Rbdeaf142ad5941b3" /><Relationship Type="http://schemas.openxmlformats.org/officeDocument/2006/relationships/slide" Target="/ppt/slides/slide2.xml" Id="Rb7de752d9b794dc6" /><Relationship Type="http://schemas.openxmlformats.org/officeDocument/2006/relationships/slide" Target="/ppt/slides/slide3.xml" Id="R96c57ad390514ce3" /><Relationship Type="http://schemas.openxmlformats.org/officeDocument/2006/relationships/slide" Target="/ppt/slides/slide4.xml" Id="Ra449c1df81244c68" /><Relationship Type="http://schemas.openxmlformats.org/officeDocument/2006/relationships/slide" Target="/ppt/slides/slide5.xml" Id="Ra59e19d68aaa4d48" /><Relationship Type="http://schemas.openxmlformats.org/officeDocument/2006/relationships/slide" Target="/ppt/slides/slide6.xml" Id="Ref81ca9a1e7b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9ff8bf67de45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717046d6c44ec1" /><Relationship Type="http://schemas.openxmlformats.org/officeDocument/2006/relationships/notesMaster" Target="/ppt/notesMasters/notesMaster1.xml" Id="Reb34bd9a11f346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98a596c11f4359" /><Relationship Type="http://schemas.openxmlformats.org/officeDocument/2006/relationships/notesMaster" Target="/ppt/notesMasters/notesMaster1.xml" Id="R23303b31ae824b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ca2f1a897c42e7" /><Relationship Type="http://schemas.openxmlformats.org/officeDocument/2006/relationships/notesMaster" Target="/ppt/notesMasters/notesMaster1.xml" Id="Rfd4af428c1c14a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d6c872c0814f17" /><Relationship Type="http://schemas.openxmlformats.org/officeDocument/2006/relationships/notesMaster" Target="/ppt/notesMasters/notesMaster1.xml" Id="R56f854e263c945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53df6e7feb4ced" /><Relationship Type="http://schemas.openxmlformats.org/officeDocument/2006/relationships/notesMaster" Target="/ppt/notesMasters/notesMaster1.xml" Id="R66084c2abc7b4c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16c816272747fd" /><Relationship Type="http://schemas.openxmlformats.org/officeDocument/2006/relationships/notesMaster" Target="/ppt/notesMasters/notesMaster1.xml" Id="R804c1bc9c00b46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supplied by the user and prepared for presentation use. User-guide wording is based only on the supplied instructions.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50c1bd84845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7456cacab246a1" /><Relationship Type="http://schemas.openxmlformats.org/officeDocument/2006/relationships/slideLayout" Target="/ppt/slideLayouts/slideLayout1.xml" Id="R3f1eb8bc6d9c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1eb8bc6d9c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4c02df64448ae" /><Relationship Type="http://schemas.openxmlformats.org/officeDocument/2006/relationships/image" Target="/ppt/media/image.png" Id="R903df348d0294954" /><Relationship Type="http://schemas.openxmlformats.org/officeDocument/2006/relationships/notesSlide" Target="/ppt/notesSlides/notesSlide1.xml" Id="R120544f41c8644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cb119409f4417d" /><Relationship Type="http://schemas.openxmlformats.org/officeDocument/2006/relationships/image" Target="/ppt/media/image2.png" Id="Rf79fbb1703d9422a" /><Relationship Type="http://schemas.openxmlformats.org/officeDocument/2006/relationships/notesSlide" Target="/ppt/notesSlides/notesSlide2.xml" Id="R897058a94aab4e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2a2e80365441a" /><Relationship Type="http://schemas.openxmlformats.org/officeDocument/2006/relationships/image" Target="/ppt/media/image3.png" Id="R5dce9003855a4603" /><Relationship Type="http://schemas.openxmlformats.org/officeDocument/2006/relationships/notesSlide" Target="/ppt/notesSlides/notesSlide3.xml" Id="R304b6b28b83941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bccaa10f14c66" /><Relationship Type="http://schemas.openxmlformats.org/officeDocument/2006/relationships/image" Target="/ppt/media/image4.png" Id="Rc4045d818b5244f4" /><Relationship Type="http://schemas.openxmlformats.org/officeDocument/2006/relationships/notesSlide" Target="/ppt/notesSlides/notesSlide4.xml" Id="R8f7f824e9ce7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d6048f0d0497d" /><Relationship Type="http://schemas.openxmlformats.org/officeDocument/2006/relationships/image" Target="/ppt/media/image5.png" Id="R5d9470ebf3264384" /><Relationship Type="http://schemas.openxmlformats.org/officeDocument/2006/relationships/notesSlide" Target="/ppt/notesSlides/notesSlide5.xml" Id="Ree2ab2c378434a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98e2723b1f4961" /><Relationship Type="http://schemas.openxmlformats.org/officeDocument/2006/relationships/image" Target="/ppt/media/image6.png" Id="R80aee47f0fe94870" /><Relationship Type="http://schemas.openxmlformats.org/officeDocument/2006/relationships/notesSlide" Target="/ppt/notesSlides/notesSlide6.xml" Id="R4df7a286eabc4d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AB9E36-7FEC-4C51-96CA-B9268AD8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833554-1BAC-408E-BD16-90A4F3EE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F80E7-42E3-449B-BCF8-53182CB0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TILESVIEW.AI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BA543-F0AD-432F-925D-7A763B54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31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Tileview AI Visualizer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BFE02-6C65-4ABC-8A7F-ECAD44F2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40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User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F5CE9-1058-4922-B172-A86F7E01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57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အခန်းပုံပေါ်တွင် Tile နှင့် Paint ကို လွယ်ကူစွာ စမ်းသပ်ကြည့်ရှုရန်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104CC-9B08-4B59-BDA5-A688A00F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2571750" cy="5334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6EE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CF4CA-6F89-434B-B6FE-345C777B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33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ရွေးချယ် → အလှဆင် → နှိုင်းယှဉ် → Download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8FDB6-03A6-4221-830A-0A575848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9600"/>
            <a:ext cx="6543675" cy="4972050"/>
          </a:xfrm>
          <a:prstGeom xmlns:a="http://schemas.openxmlformats.org/drawingml/2006/main" prst="roundRect">
            <a:avLst>
              <a:gd name="adj" fmla="val 49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3df348d0294954"/>
          <a:srcRect xmlns:a="http://schemas.openxmlformats.org/drawingml/2006/main" l="19388" t="0" r="19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666750"/>
            <a:ext cx="6429375" cy="4857750"/>
          </a:xfrm>
          <a:prstGeom xmlns:a="http://schemas.openxmlformats.org/drawingml/2006/main" prst="roundRect">
            <a:avLst>
              <a:gd name="adj" fmla="val 431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01BE7A-E1D3-42E6-9F92-D3FB35ED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8102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AI-powered room visualization workflow</a:t>
            </a:r>
          </a:p>
        </p:txBody>
      </p:sp>
    </p:spTree>
    <p:extLst>
      <p:ext uri="{BB962C8B-B14F-4D97-AF65-F5344CB8AC3E}">
        <p14:creationId xmlns:p14="http://schemas.microsoft.com/office/powerpoint/2010/main" val="18158745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6EE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F94F0-6BAC-404E-8D50-E9F6501F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03019-69DD-4958-9D9B-E8C5B258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PORTAL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CB99A-D186-4675-8794-AEA31BA9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Visualizer နှင့် 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CDA8B-EAE6-43A9-9524-0E7F986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37560-A9B9-44AB-B52E-1859638E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295400"/>
            <a:ext cx="6448425" cy="3590925"/>
          </a:xfrm>
          <a:prstGeom xmlns:a="http://schemas.openxmlformats.org/drawingml/2006/main" prst="roundRect">
            <a:avLst>
              <a:gd name="adj" fmla="val 5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9fbb1703d9422a"/>
          <a:srcRect xmlns:a="http://schemas.openxmlformats.org/drawingml/2006/main" l="7861" t="0" r="78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86375" y="1352550"/>
            <a:ext cx="6334125" cy="3476625"/>
          </a:xfrm>
          <a:prstGeom xmlns:a="http://schemas.openxmlformats.org/drawingml/2006/main" prst="roundRect">
            <a:avLst>
              <a:gd name="adj" fmla="val 49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AB644-0306-41D4-9F73-143CB07E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238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B263D-D245-4602-A900-37F4575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80283-C509-4EBA-BEA3-69A21E13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4DBFC-0DA8-4481-916F-AC9437C0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00200"/>
            <a:ext cx="3419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Account ဝင်ရောက်ခြင်း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C44BE-2395-400C-990D-C11EE0F0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95475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7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Company မှဝယ်ယူထားသော Email နှင့် Password ဖြည့်ပြီး Login ဝင်ပါ။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FBA0C-6B82-47AD-8BCF-8D43F5E8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4238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187119-2DFD-4BF5-B374-82ABF656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C2630-04EC-442D-B263-9FD1F743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983C3-5471-4612-8BF4-405C84F0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86050"/>
            <a:ext cx="3419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Visualizer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4B058-4C8C-4EE4-9524-077DE46F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81325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Customer နှင့်တိုက်ရိုက်အသုံးပြုမည့် အခန်းအလှဆင်စမ်းသပ်ရာ Portal ဖြစ်ပါသည်။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C2CAA-43B8-4D7E-81DC-BF895543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238625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C6E99-F3AA-44CB-8EC4-133D39D0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086AF-80FE-4358-BE91-F9E738DC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FB605-02B5-4A9F-A244-ED43AC29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71900"/>
            <a:ext cx="3419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Dashboard / 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D92F44-E199-41F9-B982-ECF6665A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67175"/>
            <a:ext cx="3419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Product SKU များ ထည့်သွင်းခြင်းနှင့် ပြင်ဆင်ခြင်းတို့ကို Manage လုပ်ရန် Admin Portal ဖြစ်ပါသည်။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38F1B-5919-480C-8FD2-CB585882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633412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FBDD1D-8FCF-4606-876C-1737060F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76850"/>
            <a:ext cx="576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50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အသုံးပြုမည့် Portal ကို Account menu မှ ရွေးချယ်ပါ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89C3E-C0FB-4A26-AC96-9D3ADD17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619750"/>
            <a:ext cx="576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Customer demo အတွက် Go to Visualizer ကိုရွေးပါ။</a:t>
            </a:r>
          </a:p>
        </p:txBody>
      </p:sp>
    </p:spTree>
    <p:extLst>
      <p:ext uri="{BB962C8B-B14F-4D97-AF65-F5344CB8AC3E}">
        <p14:creationId xmlns:p14="http://schemas.microsoft.com/office/powerpoint/2010/main" val="4570339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6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6E41DC-A222-4C73-8C54-7188B6CD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4C45F-4580-41B6-BE69-C99EB421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VISUALIZER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0B954-FB11-4D7F-93F8-3A001A98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အခန်းပုံ ရွေးချယ်ခြင်း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78E1C-C01C-4A0C-9CB9-92C96024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9E269-0B27-49A4-8F84-66750B2E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7639050" cy="4210050"/>
          </a:xfrm>
          <a:prstGeom xmlns:a="http://schemas.openxmlformats.org/drawingml/2006/main" prst="roundRect">
            <a:avLst>
              <a:gd name="adj" fmla="val 49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ce9003855a4603"/>
          <a:srcRect xmlns:a="http://schemas.openxmlformats.org/drawingml/2006/main" l="7507" t="0" r="75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52550"/>
            <a:ext cx="752475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67A34-F30F-4855-BAAB-D977508B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143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7EC58-2EFE-4BBF-B50A-38F4A2F2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DECFF-19C9-4842-AF35-7D4D4319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8E8F3-F9BA-4705-AE89-6C5F0CA5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ကိုယ်ပိုင်အခန်းပုံ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6ECA4-2BFA-4671-B99D-279719CE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573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Upload ကိုနှိပ်၍ Customer စိတ်ကြိုက် အခန်းပုံကို တင်နိုင်ပါသည်။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CDAF5-FD0C-46F4-A13F-B7A62DF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3143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FE4148-FD0F-43BD-9788-668A4398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29A5E-6A2C-4171-B04B-F8E5FC9E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3DFB4-A59D-458B-973B-72C17F5B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Demo Rooms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48719-BBE2-4860-87F6-1189E883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4322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ပုံမရှိသေးပါက ကြိုတင်သတ်မှတ်ထားသော အခန်းအမျိုးအစားနှင့် ပုံများထဲမှရွေးပါ။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E2546-F1FA-45ED-B675-9B267DD4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3143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159FB-7811-45C2-A605-4496482F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98441-1C4C-4DA7-A0D4-1CDE226C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C59EE6-692F-45BE-BD38-06F5AF95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3380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Room စတင်အသုံးပြုခြင်း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C9E37D-1E04-4D66-8E20-D4B1E77F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029075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နှစ်သက်ရာ Room thumbnail ကိုရွေးပြီး Visualizer ကို စတင်ပါ။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EEC68-482F-4823-8530-0019D4A5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0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TIP  ရှင်းလင်းပြီး အလင်းရောင်ကောင်းသော အခန်းပုံသည် မျက်နှာပြင်ရွေးချယ်ရာတွင် ပိုမိုလွယ်ကူစေပါသည်။</a:t>
            </a:r>
          </a:p>
        </p:txBody>
      </p:sp>
    </p:spTree>
    <p:extLst>
      <p:ext uri="{BB962C8B-B14F-4D97-AF65-F5344CB8AC3E}">
        <p14:creationId xmlns:p14="http://schemas.microsoft.com/office/powerpoint/2010/main" val="1538557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215D0A-02FC-4D02-84F8-8B2ACFDE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7406F-4FB5-40D5-8457-E1987B24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SURFACE SELECTION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1971E-8BC2-4908-B106-D3037855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Tile နှင့် Paint Mapping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29163-7600-4D67-B9E7-F493E785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4CD6A-4000-48B4-B944-B51C5F2E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1087100" cy="4457700"/>
          </a:xfrm>
          <a:prstGeom xmlns:a="http://schemas.openxmlformats.org/drawingml/2006/main" prst="roundRect">
            <a:avLst>
              <a:gd name="adj" fmla="val 47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45d818b5244f4"/>
          <a:srcRect xmlns:a="http://schemas.openxmlformats.org/drawingml/2006/main" l="0" t="9055" r="0" b="9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14450"/>
            <a:ext cx="10972800" cy="43434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E3FC2-A5E7-4247-BC56-BA8D6F6B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7442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>
              <a:alpha val="90196"/>
            </a:srgbClr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ECFF4-BDCD-44D5-8069-4B72131D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① Wall / Floor ရွေးပါ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E6DBB-A7EC-4465-A300-318B2EF6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958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② ✓ ပြထားသော မျက်နှာပြင်ကိုရွေးပါ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ADD70-E694-44BF-B05E-F8B84796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958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③ Sidebar မှ Product ကိုရွေးပါ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3A5AC-24E5-41B0-ABE3-8E1083AC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7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AI က သိရှိထားသော Wall နှင့် Floor မျက်နှာပြင်များကို အမှန်ခြစ်ဖြင့်ပြသပေးသည်။ အလှဆင်လိုသောနေရာကိုရွေးပြီး Tile သို့မဟုတ် Paint ကို စမ်းကြည့်နိုင်ပါသည်။</a:t>
            </a:r>
          </a:p>
        </p:txBody>
      </p:sp>
    </p:spTree>
    <p:extLst>
      <p:ext uri="{BB962C8B-B14F-4D97-AF65-F5344CB8AC3E}">
        <p14:creationId xmlns:p14="http://schemas.microsoft.com/office/powerpoint/2010/main" val="109052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DFD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D11C3-015A-47EA-B98B-30319D54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8EB89-0FBE-4EE0-B7E5-D9A1CA42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FINISHING DETAILS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9B952C-48F8-4AD8-B982-B5C5379F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Grout အကွာအဝေးနှင့် အရောင်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7BE86-3DE9-42B6-8E1B-4CC7F884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1C5BA-D37A-4DE2-90A0-EAA9659E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3971925" cy="5067300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9470ebf3264384"/>
          <a:srcRect xmlns:a="http://schemas.openxmlformats.org/drawingml/2006/main" l="0" t="9480" r="0" b="94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295400"/>
            <a:ext cx="3857625" cy="4953000"/>
          </a:xfrm>
          <a:prstGeom xmlns:a="http://schemas.openxmlformats.org/drawingml/2006/main" prst="roundRect">
            <a:avLst>
              <a:gd name="adj" fmla="val 493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85288-B4F2-43F5-BF77-C60C2A36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811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2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Grout Setting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98F92-CACE-4110-842F-0BB345BD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336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500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Tile တစ်ချပ်နှင့်တစ်ချပ်ကြား အကွာအဝေးနှင့် လိုက်ဖက်သော Grout အရောင်ကို ဒီနေရာတွင် ပြင်ဆင်နိုင်ပါသည်။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C81C1-D02C-4652-ABF0-BCCB86A7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561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0FA22-31DF-4C42-9994-74A6B397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B618B0-E7BB-443E-A25F-CA57AF72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3037D-C399-4F62-93A3-5064787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Grout ကိုဖွင့်ပါ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A27FF0-393F-45E9-B5C6-4FAEEDD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အောက်ဘက် Toolbar ရှိ Grout ကိုနှိပ်ပါ။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D6DB4F-1C71-4481-8A86-7D0FF276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561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A398A-F79B-4E71-BCDE-C59B56B9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767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26740-EA2C-4D95-A86B-643BFF5C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148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836F31-8808-4BB2-8C8F-946A7742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577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Gap ကိုချိန်ပါ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077786-5C32-4D72-A2BA-03530171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5297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Slider ကိုရွှေ့၍ Tile ကြားအကွာအဝေးကို သတ်မှတ်ပါ။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DEEA3-93FB-4228-B9C3-C5E24587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10200"/>
            <a:ext cx="5619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F8F4"/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CFFFB-ABBC-4A59-876C-9DE247C6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626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BB76D-AD8B-4562-9E1E-988BB71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0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FFFFFF"/>
                </a:solidFill>
                <a:latin typeface="Myanmar Sans Pro"/>
                <a:ea typeface="Myanmar Sans Pro"/>
                <a:cs typeface="Myanmar Sans Pro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7BEAB-165E-4851-B162-919E7344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435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42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အရောင်ရွေးပါ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01F23-BFD4-4C17-BEED-CD38949A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38825"/>
            <a:ext cx="480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125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Room နှင့် Tile အရောင်ကိုလိုက်ဖက်သော Swatch ကိုရွေးပါ။</a:t>
            </a:r>
          </a:p>
        </p:txBody>
      </p:sp>
    </p:spTree>
    <p:extLst>
      <p:ext uri="{BB962C8B-B14F-4D97-AF65-F5344CB8AC3E}">
        <p14:creationId xmlns:p14="http://schemas.microsoft.com/office/powerpoint/2010/main" val="1828366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6EE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FD447-1F6A-40F5-9856-5E7DB003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94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A189C-8136-4431-9754-5A812B63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FINAL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0B428-BA79-4054-9870-D79F262D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255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Compare နှင့် Download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E9BB2-3BBF-4F53-9776-9BCF8F2F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95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050" b="1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242FD-9D60-4162-946F-3C600B14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76350"/>
            <a:ext cx="11087100" cy="4591050"/>
          </a:xfrm>
          <a:prstGeom xmlns:a="http://schemas.openxmlformats.org/drawingml/2006/main" prst="roundRect">
            <a:avLst>
              <a:gd name="adj" fmla="val 45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9"/>
            </a:solidFill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ee47f0fe94870"/>
          <a:srcRect xmlns:a="http://schemas.openxmlformats.org/drawingml/2006/main" l="0" t="14441" r="0" b="144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333500"/>
            <a:ext cx="1097280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9751FD-CB39-4CE1-91A1-9F0CD4B5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>
              <a:alpha val="90980"/>
            </a:srgbClr>
          </a:solidFill>
          <a:ln xmlns:a="http://schemas.openxmlformats.org/drawingml/2006/main" w="9525">
            <a:solidFill>
              <a:srgbClr val="D5DDD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D40C5-2AC2-4376-8A7A-B2FF6893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123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975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COMPARE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757FD-7511-4F52-AD1C-90117B79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14925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75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Divider ကို ဘယ်/ညာရွှေ့၍ အလှမဆင်မီပုံနှင့် အလှဆင်ပြီးပုံကို နှိုင်းယှဉ်ကြည့်ပါ။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8E0B3-7F1E-40C3-AD83-CE614F59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625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975" b="1">
                <a:solidFill>
                  <a:srgbClr val="D97945"/>
                </a:solidFill>
                <a:latin typeface="Myanmar Sans Pro"/>
                <a:ea typeface="Myanmar Sans Pro"/>
                <a:cs typeface="Myanmar Sans Pro"/>
              </a:rPr>
              <a:t>DOWNLOAD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C47F1-9CBF-4608-AC9E-AF8A7208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149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375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200" b="1">
                <a:solidFill>
                  <a:srgbClr val="26343A"/>
                </a:solidFill>
                <a:latin typeface="Myanmar Sans Pro"/>
                <a:ea typeface="Myanmar Sans Pro"/>
                <a:cs typeface="Myanmar Sans Pro"/>
              </a:rPr>
              <a:t>Final ပုံကို Download ဖြင့် သိမ်းပါ။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2F7258-61CF-49A5-907E-2D2222B84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defRPr>
            </a:pPr>
            <a:r>
              <a:rPr sz="1350" b="0">
                <a:solidFill>
                  <a:srgbClr val="66777A"/>
                </a:solidFill>
                <a:latin typeface="Myanmar Sans Pro"/>
                <a:ea typeface="Myanmar Sans Pro"/>
                <a:cs typeface="Myanmar Sans Pro"/>
              </a:rPr>
              <a:t>ပြီးဆုံးပါပြီ — ရွေးချယ်ထားသော Room design ကို Customer နှင့် မျှဝေနိုင်ပါသည်။</a:t>
            </a:r>
          </a:p>
        </p:txBody>
      </p:sp>
    </p:spTree>
    <p:extLst>
      <p:ext uri="{BB962C8B-B14F-4D97-AF65-F5344CB8AC3E}">
        <p14:creationId xmlns:p14="http://schemas.microsoft.com/office/powerpoint/2010/main" val="266630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2026-10-13T03:12:06.7560000Z</dcterms:created>
  <dcterms:modified xsi:type="dcterms:W3CDTF">2026-10-13T03:12:06.7560000Z</dcterms:modified>
</coreProperties>
</file>