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a674c4fcc44b8" /><Relationship Type="http://schemas.openxmlformats.org/officeDocument/2006/relationships/extended-properties" Target="/docProps/app.xml" Id="Ra73a40d784f949af" /><Relationship Type="http://schemas.openxmlformats.org/officeDocument/2006/relationships/officeDocument" Target="/ppt/presentation.xml" Id="Redf6d59cbe00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7d820d7c14317"/>
  </p:sldMasterIdLst>
  <p:notesMasterIdLst>
    <p:notesMasterId xmlns:r="http://schemas.openxmlformats.org/officeDocument/2006/relationships" r:id="R6dbaf121204c4fd9"/>
  </p:notesMasterIdLst>
  <p:sldIdLst>
    <p:sldId xmlns:r="http://schemas.openxmlformats.org/officeDocument/2006/relationships" id="256" r:id="Rb1bbfb37b4134448"/>
    <p:sldId xmlns:r="http://schemas.openxmlformats.org/officeDocument/2006/relationships" id="257" r:id="Rb1614c164ee94055"/>
    <p:sldId xmlns:r="http://schemas.openxmlformats.org/officeDocument/2006/relationships" id="258" r:id="R0496cb535d304f3f"/>
    <p:sldId xmlns:r="http://schemas.openxmlformats.org/officeDocument/2006/relationships" id="259" r:id="R6494af6ea73f4363"/>
    <p:sldId xmlns:r="http://schemas.openxmlformats.org/officeDocument/2006/relationships" id="260" r:id="R172b79b3565243d6"/>
    <p:sldId xmlns:r="http://schemas.openxmlformats.org/officeDocument/2006/relationships" id="261" r:id="Rdae5c33331ac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38b13de7847b8" /><Relationship Type="http://schemas.openxmlformats.org/officeDocument/2006/relationships/slideMaster" Target="/ppt/slideMasters/slideMaster1.xml" Id="Ra397d820d7c14317" /><Relationship Type="http://schemas.openxmlformats.org/officeDocument/2006/relationships/notesMaster" Target="/ppt/notesMasters/notesMaster1.xml" Id="R6dbaf121204c4fd9" /><Relationship Type="http://schemas.openxmlformats.org/officeDocument/2006/relationships/presProps" Target="/ppt/presProps.xml" Id="R87fcca6d0bfd4772" /><Relationship Type="http://schemas.openxmlformats.org/officeDocument/2006/relationships/tableStyles" Target="/ppt/tableStyles.xml" Id="Rfe24a2d6ebc54397" /><Relationship Type="http://schemas.openxmlformats.org/officeDocument/2006/relationships/slide" Target="/ppt/slides/slide1.xml" Id="Rb1bbfb37b4134448" /><Relationship Type="http://schemas.openxmlformats.org/officeDocument/2006/relationships/slide" Target="/ppt/slides/slide2.xml" Id="Rb1614c164ee94055" /><Relationship Type="http://schemas.openxmlformats.org/officeDocument/2006/relationships/slide" Target="/ppt/slides/slide3.xml" Id="R0496cb535d304f3f" /><Relationship Type="http://schemas.openxmlformats.org/officeDocument/2006/relationships/slide" Target="/ppt/slides/slide4.xml" Id="R6494af6ea73f4363" /><Relationship Type="http://schemas.openxmlformats.org/officeDocument/2006/relationships/slide" Target="/ppt/slides/slide5.xml" Id="R172b79b3565243d6" /><Relationship Type="http://schemas.openxmlformats.org/officeDocument/2006/relationships/slide" Target="/ppt/slides/slide6.xml" Id="Rdae5c33331ac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0628a6c4d7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08a55dab6405d" /><Relationship Type="http://schemas.openxmlformats.org/officeDocument/2006/relationships/notesMaster" Target="/ppt/notesMasters/notesMaster1.xml" Id="R2f4dfac2073e4e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8cd6058b44f4b" /><Relationship Type="http://schemas.openxmlformats.org/officeDocument/2006/relationships/notesMaster" Target="/ppt/notesMasters/notesMaster1.xml" Id="Rea8697eef08e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81f61f3964e30" /><Relationship Type="http://schemas.openxmlformats.org/officeDocument/2006/relationships/notesMaster" Target="/ppt/notesMasters/notesMaster1.xml" Id="R6578802a47bf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629b3b720449fd" /><Relationship Type="http://schemas.openxmlformats.org/officeDocument/2006/relationships/notesMaster" Target="/ppt/notesMasters/notesMaster1.xml" Id="R4340afbd9cf8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7275fca2c4232" /><Relationship Type="http://schemas.openxmlformats.org/officeDocument/2006/relationships/notesMaster" Target="/ppt/notesMasters/notesMaster1.xml" Id="R48fe69e66bb2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4e79cf92c4f81" /><Relationship Type="http://schemas.openxmlformats.org/officeDocument/2006/relationships/notesMaster" Target="/ppt/notesMasters/notesMaster1.xml" Id="Rcddc8e3be07440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a05fb0b46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02cff01cf84e26" /><Relationship Type="http://schemas.openxmlformats.org/officeDocument/2006/relationships/slideLayout" Target="/ppt/slideLayouts/slideLayout1.xml" Id="Ra55632452b9f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5632452b9f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33e5fb6144658" /><Relationship Type="http://schemas.openxmlformats.org/officeDocument/2006/relationships/image" Target="/ppt/media/image.png" Id="R7cbbb328e5224cdc" /><Relationship Type="http://schemas.openxmlformats.org/officeDocument/2006/relationships/notesSlide" Target="/ppt/notesSlides/notesSlide1.xml" Id="R951e60d8f2a44e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f04040d34410" /><Relationship Type="http://schemas.openxmlformats.org/officeDocument/2006/relationships/image" Target="/ppt/media/image2.png" Id="R681c00fe018e487d" /><Relationship Type="http://schemas.openxmlformats.org/officeDocument/2006/relationships/notesSlide" Target="/ppt/notesSlides/notesSlide2.xml" Id="R05ace2f4743a44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8d11a295e430d" /><Relationship Type="http://schemas.openxmlformats.org/officeDocument/2006/relationships/image" Target="/ppt/media/image3.png" Id="R63373da6ca354120" /><Relationship Type="http://schemas.openxmlformats.org/officeDocument/2006/relationships/notesSlide" Target="/ppt/notesSlides/notesSlide3.xml" Id="Rca3701eb931a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40c9e4a4d467f" /><Relationship Type="http://schemas.openxmlformats.org/officeDocument/2006/relationships/image" Target="/ppt/media/image4.png" Id="R213cf2dfd68944f1" /><Relationship Type="http://schemas.openxmlformats.org/officeDocument/2006/relationships/notesSlide" Target="/ppt/notesSlides/notesSlide4.xml" Id="R8b578bffe5f34f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c034de0ca4462" /><Relationship Type="http://schemas.openxmlformats.org/officeDocument/2006/relationships/image" Target="/ppt/media/image5.png" Id="R5302b0ff3d594691" /><Relationship Type="http://schemas.openxmlformats.org/officeDocument/2006/relationships/notesSlide" Target="/ppt/notesSlides/notesSlide5.xml" Id="R357e8500e59748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7fc0a7694ae7" /><Relationship Type="http://schemas.openxmlformats.org/officeDocument/2006/relationships/image" Target="/ppt/media/image6.png" Id="Ra38f5451ddc5489f" /><Relationship Type="http://schemas.openxmlformats.org/officeDocument/2006/relationships/notesSlide" Target="/ppt/notesSlides/notesSlide6.xml" Id="R0ef808b5b7a34b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37E1B-AE4E-41F3-88E2-467D0640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6626A-DAFC-413F-B054-776EA97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1E0EF-3DA6-4706-B42A-EAE0AFC8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TILESVIEW.AI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E2550-E529-4DE3-B5B9-578D04CC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31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Tileview AI Visualizer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4EAC1-66D0-4B7D-BBB2-7220B812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4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77260-567E-47F7-A009-A7FB8F07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5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အခန်းပုံပေါ်တွင် Tile နှင့် Paint ကို လွယ်ကူစွာ စမ်းသပ်ကြည့်ရှုရန်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C450E-5EBA-4F7F-8355-E9C40F6E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5717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4C3C-BA1F-41D6-ABBD-9948C1BC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ရွေးချယ် → အလှဆင် → နှိုင်းယှဉ် → Download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A380D-B361-45D9-B4B3-A4A7A15B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66800"/>
            <a:ext cx="6810375" cy="3857625"/>
          </a:xfrm>
          <a:prstGeom xmlns:a="http://schemas.openxmlformats.org/drawingml/2006/main" prst="roundRect">
            <a:avLst>
              <a:gd name="adj" fmla="val 6914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CA6B7-9F77-41C7-A78B-BA94B98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323975"/>
            <a:ext cx="6543675" cy="3086100"/>
          </a:xfrm>
          <a:prstGeom xmlns:a="http://schemas.openxmlformats.org/drawingml/2006/main" prst="roundRect">
            <a:avLst>
              <a:gd name="adj" fmla="val 8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bb328e5224cdc"/>
          <a:stretch xmlns:a="http://schemas.openxmlformats.org/drawingml/2006/main"/>
        </p:blipFill>
        <p:spPr>
          <a:xfrm xmlns:a="http://schemas.openxmlformats.org/drawingml/2006/main">
            <a:off x="5336496" y="1381125"/>
            <a:ext cx="6424384" cy="2971800"/>
          </a:xfrm>
          <a:prstGeom xmlns:a="http://schemas.openxmlformats.org/drawingml/2006/main" prst="roundRect">
            <a:avLst>
              <a:gd name="adj" fmla="val 705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0B62F-2ABA-49FF-B0BA-948B71F8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910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AI-powered room visualization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759805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6EE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D9F29-5B81-4011-9264-8DC8974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4FAD6-01DE-4E2A-8C5B-793AD8EB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PORTAL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B30A3-CE41-4014-B0D4-2C228FBD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Visualizer နှင့်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27947-EAD6-4375-90D4-6D335AA6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F7D38-9AD2-42BB-834D-60A2423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295400"/>
            <a:ext cx="6448425" cy="3590925"/>
          </a:xfrm>
          <a:prstGeom xmlns:a="http://schemas.openxmlformats.org/drawingml/2006/main" prst="roundRect">
            <a:avLst>
              <a:gd name="adj" fmla="val 5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c00fe018e487d"/>
          <a:srcRect xmlns:a="http://schemas.openxmlformats.org/drawingml/2006/main" l="7861" t="0" r="7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352550"/>
            <a:ext cx="6334125" cy="3476625"/>
          </a:xfrm>
          <a:prstGeom xmlns:a="http://schemas.openxmlformats.org/drawingml/2006/main" prst="roundRect">
            <a:avLst>
              <a:gd name="adj" fmla="val 49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6C45F-D534-4218-BD0C-7F99625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238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81C2D-8B7D-47BA-8B69-BBB48FA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B4D0E-AB45-449F-AE61-0FC8E57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7763F-DAC0-4848-931D-36B7AA91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00200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Account ဝင်ရောက်ခြင်း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E67B0-50B1-499A-A7F9-26EF40E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9547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7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Company မှဝယ်ယူထားသော Email နှင့် Password ဖြည့်ပြီး Login ဝင်ပါ။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E8DD7-59B3-4C86-ACBC-BA1B22D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238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E0130-21CA-4F8D-A520-9A511F10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39593-8962-4507-A886-8B83DC3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BD8A9-3D1F-4990-AB43-8B6FA838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Visualizer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26B94-E7D5-4420-B0FD-39AC6CCE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Customer နှင့်တိုက်ရိုက်အသုံးပြုမည့် အခန်းအလှဆင်စမ်းသပ်ရာ Portal ဖြစ်ပါသည်။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09FC5-7931-440D-8106-7E23ABFE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238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CA51F-119C-4366-99AF-8FD13596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7E687-B1F8-423A-BA05-9C101160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675A2-6361-4210-BF35-AE7BE19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Dashboard /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FC14D-EAA2-4CE5-B1D4-C6026786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Product SKU များ ထည့်သွင်းခြင်းနှင့် ပြင်ဆင်ခြင်းတို့ကို Manage လုပ်ရန် Admin Portal ဖြစ်ပါသည်။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4C714-75C8-47D4-9DB4-5961B96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633412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4B6F6-2AF5-43A3-A36F-AFE2CAB5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76850"/>
            <a:ext cx="576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5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အသုံးပြုမည့် Portal ကို Account menu မှ ရွေးချယ်ပါ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6D3B1-871A-42D2-B636-D6D390F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619750"/>
            <a:ext cx="576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Customer demo အတွက် Go to Visualizer ကိုရွေးပါ။</a:t>
            </a:r>
          </a:p>
        </p:txBody>
      </p:sp>
    </p:spTree>
    <p:extLst>
      <p:ext uri="{BB962C8B-B14F-4D97-AF65-F5344CB8AC3E}">
        <p14:creationId xmlns:p14="http://schemas.microsoft.com/office/powerpoint/2010/main" val="618744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744CC-4906-46C2-B13F-D375FF1B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13570-DA4F-4289-AF54-24FD4CBE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VISUALIZER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452F6-DE4D-402D-BF2F-213AD5E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အခန်းပုံ ရွေးချယ်ခြင်း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D7320-0B2F-453F-94E9-39216B90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A6DD0-DA46-47F6-9FCD-0597E1AE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7639050" cy="4210050"/>
          </a:xfrm>
          <a:prstGeom xmlns:a="http://schemas.openxmlformats.org/drawingml/2006/main" prst="roundRect">
            <a:avLst>
              <a:gd name="adj" fmla="val 4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73da6ca354120"/>
          <a:srcRect xmlns:a="http://schemas.openxmlformats.org/drawingml/2006/main" l="7507" t="0" r="7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752475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F113D-7CFF-4EA6-96CF-5A12469F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68EC2-EAB5-40E4-A2AC-AFEDD35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28474-74F4-4FEF-AA6D-134893CA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F69FA-99EA-451D-A950-7FC7E817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ကိုယ်ပိုင်အခန်းပုံ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B02A3-B40C-4C80-A029-F7AA5AB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573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Upload ကိုနှိပ်၍ Customer စိတ်ကြိုက် အခန်းပုံကို တင်နိုင်ပါသည်။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DC3D2-5445-44CE-995D-79945E8A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46F45-1F8E-4009-9993-C57C525D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2B3CA-88C2-40C0-9C6E-B494EE0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8A227-CB6F-4C84-B5F3-F689CB02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Demo Rooms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972C6-2728-4451-AA6E-91606129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ပုံမရှိသေးပါက ကြိုတင်သတ်မှတ်ထားသော အခန်းအမျိုးအစားနှင့် ပုံများထဲမှရွေးပါ။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F925D-B213-4E88-B0B7-1EE72A5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A0D2E-5A6F-4D0C-91C4-3D1FAF8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519B2-02FA-4074-A96D-CDDD56C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5CDE0-25DB-4435-AB59-054FD5CB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Room စတင်အသုံးပြုခြင်း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3567A-63E0-4F67-8384-34351C9A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290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နှစ်သက်ရာ Room thumbnail ကိုရွေးပြီး Visualizer ကို စတင်ပါ။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9D5D8-E5CB-43E2-8688-8569DD66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0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TIP  ရှင်းလင်းပြီး အလင်းရောင်ကောင်းသော အခန်းပုံသည် မျက်နှာပြင်ရွေးချယ်ရာတွင် ပိုမိုလွယ်ကူစေပါသည်။</a:t>
            </a:r>
          </a:p>
        </p:txBody>
      </p:sp>
    </p:spTree>
    <p:extLst>
      <p:ext uri="{BB962C8B-B14F-4D97-AF65-F5344CB8AC3E}">
        <p14:creationId xmlns:p14="http://schemas.microsoft.com/office/powerpoint/2010/main" val="701307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DC066-30E6-4A30-89F4-9191455E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A48B3-8A56-4DB4-841B-D0AB12E4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SURFACE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EF3FF-FCFB-4776-A1A7-F534EAB9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Tile နှင့် Paint Mapping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E05DE-1215-4CBB-89E0-5BAF95C3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490BA-A22B-4AEC-B1BB-0FF2C2A7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4457700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2dfd68944f1"/>
          <a:srcRect xmlns:a="http://schemas.openxmlformats.org/drawingml/2006/main" l="0" t="9055" r="0" b="9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14450"/>
            <a:ext cx="10972800" cy="43434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24F5C-5D17-45C1-AB61-537D5ACB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44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05CAD-6857-4C10-9991-97C384A9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① Wall / Floor ရွေးပါ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A6A31-2579-4B00-A5D1-22A2985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958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② ✓ ပြထားသော မျက်နှာပြင်ကိုရွေးပါ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B00F8-9E6D-4854-AF98-238D6013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958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③ Sidebar မှ Product ကိုရွေးပါ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581E5-BCF5-42AF-9BFC-2BF8892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AI က သိရှိထားသော Wall နှင့် Floor မျက်နှာပြင်များကို အမှန်ခြစ်ဖြင့်ပြသပေးသည်။ အလှဆင်လိုသောနေရာကိုရွေးပြီး Tile သို့မဟုတ် Paint ကို စမ်းကြည့်နိုင်ပါသည်။</a:t>
            </a:r>
          </a:p>
        </p:txBody>
      </p:sp>
    </p:spTree>
    <p:extLst>
      <p:ext uri="{BB962C8B-B14F-4D97-AF65-F5344CB8AC3E}">
        <p14:creationId xmlns:p14="http://schemas.microsoft.com/office/powerpoint/2010/main" val="1965400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DFD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A4597-DD5C-471B-9278-2B2806B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74A57-1A28-4C5D-8BC5-E772BE55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FINISHING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C25AF-08F2-4156-BAC3-7F0ED560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Grout အကွာအဝေးနှင့် အရောင်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0D0AB-DE39-4258-8C7E-EB26DD9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15411-CE69-4EEF-889F-43426528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3971925" cy="506730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2b0ff3d594691"/>
          <a:srcRect xmlns:a="http://schemas.openxmlformats.org/drawingml/2006/main" l="0" t="9480" r="0" b="9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295400"/>
            <a:ext cx="3857625" cy="49530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11FAC-D021-4092-A28B-1DCD3EB1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2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Grout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D4718-1960-4D18-AF7D-EDE2819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50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Tile တစ်ချပ်နှင့်တစ်ချပ်ကြား အကွာအဝေးနှင့် လိုက်ဖက်သော Grout အရောင်ကို ဒီနေရာတွင် ပြင်ဆင်နိုင်ပါသည်။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000D8-8ABC-4A48-A077-0CB97D82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561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7AF2F-259C-4444-90DB-E779C8B6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6BE0-E865-4142-B953-6AD87FFF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D4BDA-84A5-4654-8EE2-4A816343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Grout ကိုဖွင့်ပါ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5A1B4-FCA8-4A46-914D-FD34F07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အောက်ဘက် Toolbar ရှိ Grout ကိုနှိပ်ပါ။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18C67-95FA-4FEA-95DB-D3C8630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561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B33E4-5703-4A48-90F3-438BDE8B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23E85-16E0-4791-8EBE-3B07FE81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282DC-FD37-46CC-9590-2B5CB03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Gap ကိုချိန်ပါ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7CB5D-5F94-4671-811D-03FDD7C2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5297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Slider ကိုရွှေ့၍ Tile ကြားအကွာအဝေးကို သတ်မှတ်ပါ။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023BE-997E-469E-9197-C171F25B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10200"/>
            <a:ext cx="561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8F5F7-CAE6-4F70-8DF0-CBCD54F7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6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79A7C-3BA8-413C-B5B8-A85477AC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0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6CB54-3C2F-4F33-A276-CD78D42B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အရောင်ရွေးပါ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2442D-D018-4A70-9596-E25716C6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3882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Room နှင့် Tile အရောင်ကိုလိုက်ဖက်သော Swatch ကိုရွေးပါ။</a:t>
            </a:r>
          </a:p>
        </p:txBody>
      </p:sp>
    </p:spTree>
    <p:extLst>
      <p:ext uri="{BB962C8B-B14F-4D97-AF65-F5344CB8AC3E}">
        <p14:creationId xmlns:p14="http://schemas.microsoft.com/office/powerpoint/2010/main" val="2090661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BC612-3E06-4714-8568-B620C987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5CFCF-A725-4361-A1BE-2CD7257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FINAL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2DEC7-0368-4D63-ACBB-C2D4784E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Compare နှင့် Download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A1F1F-FAE9-4665-A0EB-67B15A7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28FAD-6B67-4858-91A4-DEE651C0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1087100" cy="4591050"/>
          </a:xfrm>
          <a:prstGeom xmlns:a="http://schemas.openxmlformats.org/drawingml/2006/main" prst="roundRect">
            <a:avLst>
              <a:gd name="adj" fmla="val 4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f5451ddc5489f"/>
          <a:srcRect xmlns:a="http://schemas.openxmlformats.org/drawingml/2006/main" l="0" t="14441" r="0" b="14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3350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44760-4CCA-466A-BE5A-FD2B880E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46FFF-AA39-4D3F-BBDB-69C8CC7F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9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321EC-A5B4-4920-B497-63A14EF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14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Divider ကို ဘယ်/ညာရွှေ့၍ မူလပုံနှင့် Final ပုံကို နှိုင်းယှဉ်ကြည့်ပါ။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E5CE0-77D7-4DD3-A7AD-1BD94D3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62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9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DOWNLOAD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728C7-643D-4609-A76A-CA9FCF3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149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Final ပုံကို Download ဖြင့် သိမ်းပါ။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E954A-29DA-4DD1-9EE5-FBEDC95C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35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ပြီးဆုံးပါပြီ — ရွေးချယ်ထားသော Room design ကို Customer နှင့် မျှဝေနိုင်ပါသည်။</a:t>
            </a:r>
          </a:p>
        </p:txBody>
      </p:sp>
    </p:spTree>
    <p:extLst>
      <p:ext uri="{BB962C8B-B14F-4D97-AF65-F5344CB8AC3E}">
        <p14:creationId xmlns:p14="http://schemas.microsoft.com/office/powerpoint/2010/main" val="1610818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2026-10-13T03:13:59.0690000Z</dcterms:created>
  <dcterms:modified xsi:type="dcterms:W3CDTF">2026-10-13T03:13:59.0690000Z</dcterms:modified>
</coreProperties>
</file>